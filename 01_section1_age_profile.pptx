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4" r:id="rId2"/>
  </p:sldIdLst>
  <p:sldSz cx="12192000" cy="6858000"/>
  <p:notesSz cx="12192000" cy="6858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9"/>
  </p:normalViewPr>
  <p:slideViewPr>
    <p:cSldViewPr>
      <p:cViewPr>
        <p:scale>
          <a:sx n="98" d="100"/>
          <a:sy n="98" d="100"/>
        </p:scale>
        <p:origin x="1136" y="5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42416" y="461772"/>
            <a:ext cx="10776585" cy="198120"/>
          </a:xfrm>
          <a:custGeom>
            <a:avLst/>
            <a:gdLst/>
            <a:ahLst/>
            <a:cxnLst/>
            <a:rect l="l" t="t" r="r" b="b"/>
            <a:pathLst>
              <a:path w="10776585" h="198120">
                <a:moveTo>
                  <a:pt x="10776204" y="0"/>
                </a:moveTo>
                <a:lnTo>
                  <a:pt x="0" y="0"/>
                </a:lnTo>
                <a:lnTo>
                  <a:pt x="0" y="198120"/>
                </a:lnTo>
                <a:lnTo>
                  <a:pt x="10776204" y="198120"/>
                </a:lnTo>
                <a:lnTo>
                  <a:pt x="10776204" y="0"/>
                </a:lnTo>
                <a:close/>
              </a:path>
            </a:pathLst>
          </a:custGeom>
          <a:solidFill>
            <a:srgbClr val="E6AF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1999" cy="685799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02330" y="6126176"/>
            <a:ext cx="1375720" cy="52055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107999" y="6126176"/>
            <a:ext cx="0" cy="520700"/>
          </a:xfrm>
          <a:custGeom>
            <a:avLst/>
            <a:gdLst/>
            <a:ahLst/>
            <a:cxnLst/>
            <a:rect l="l" t="t" r="r" b="b"/>
            <a:pathLst>
              <a:path h="520700">
                <a:moveTo>
                  <a:pt x="0" y="0"/>
                </a:moveTo>
                <a:lnTo>
                  <a:pt x="0" y="520558"/>
                </a:lnTo>
              </a:path>
            </a:pathLst>
          </a:custGeom>
          <a:ln w="9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392683" y="6134950"/>
            <a:ext cx="152400" cy="430530"/>
          </a:xfrm>
          <a:custGeom>
            <a:avLst/>
            <a:gdLst/>
            <a:ahLst/>
            <a:cxnLst/>
            <a:rect l="l" t="t" r="r" b="b"/>
            <a:pathLst>
              <a:path w="152400" h="430529">
                <a:moveTo>
                  <a:pt x="97701" y="176441"/>
                </a:moveTo>
                <a:lnTo>
                  <a:pt x="96926" y="172631"/>
                </a:lnTo>
                <a:lnTo>
                  <a:pt x="93078" y="168071"/>
                </a:lnTo>
                <a:lnTo>
                  <a:pt x="61544" y="167309"/>
                </a:lnTo>
                <a:lnTo>
                  <a:pt x="58458" y="168071"/>
                </a:lnTo>
                <a:lnTo>
                  <a:pt x="53848" y="172631"/>
                </a:lnTo>
                <a:lnTo>
                  <a:pt x="53073" y="181000"/>
                </a:lnTo>
                <a:lnTo>
                  <a:pt x="53073" y="254012"/>
                </a:lnTo>
                <a:lnTo>
                  <a:pt x="53848" y="257810"/>
                </a:lnTo>
                <a:lnTo>
                  <a:pt x="58458" y="262369"/>
                </a:lnTo>
                <a:lnTo>
                  <a:pt x="89230" y="263131"/>
                </a:lnTo>
                <a:lnTo>
                  <a:pt x="92303" y="262369"/>
                </a:lnTo>
                <a:lnTo>
                  <a:pt x="96926" y="257810"/>
                </a:lnTo>
                <a:lnTo>
                  <a:pt x="97701" y="249440"/>
                </a:lnTo>
                <a:lnTo>
                  <a:pt x="97701" y="176441"/>
                </a:lnTo>
                <a:close/>
              </a:path>
              <a:path w="152400" h="430529">
                <a:moveTo>
                  <a:pt x="152311" y="19011"/>
                </a:moveTo>
                <a:lnTo>
                  <a:pt x="150368" y="11544"/>
                </a:lnTo>
                <a:lnTo>
                  <a:pt x="145961" y="5511"/>
                </a:lnTo>
                <a:lnTo>
                  <a:pt x="139547" y="1473"/>
                </a:lnTo>
                <a:lnTo>
                  <a:pt x="131546" y="0"/>
                </a:lnTo>
                <a:lnTo>
                  <a:pt x="128460" y="0"/>
                </a:lnTo>
                <a:lnTo>
                  <a:pt x="128460" y="179476"/>
                </a:lnTo>
                <a:lnTo>
                  <a:pt x="128460" y="250964"/>
                </a:lnTo>
                <a:lnTo>
                  <a:pt x="105867" y="285572"/>
                </a:lnTo>
                <a:lnTo>
                  <a:pt x="89230" y="288226"/>
                </a:lnTo>
                <a:lnTo>
                  <a:pt x="62318" y="288226"/>
                </a:lnTo>
                <a:lnTo>
                  <a:pt x="25488" y="266941"/>
                </a:lnTo>
                <a:lnTo>
                  <a:pt x="23088" y="250964"/>
                </a:lnTo>
                <a:lnTo>
                  <a:pt x="23088" y="179476"/>
                </a:lnTo>
                <a:lnTo>
                  <a:pt x="45681" y="144881"/>
                </a:lnTo>
                <a:lnTo>
                  <a:pt x="62318" y="142214"/>
                </a:lnTo>
                <a:lnTo>
                  <a:pt x="89230" y="142214"/>
                </a:lnTo>
                <a:lnTo>
                  <a:pt x="126060" y="163512"/>
                </a:lnTo>
                <a:lnTo>
                  <a:pt x="128460" y="179476"/>
                </a:lnTo>
                <a:lnTo>
                  <a:pt x="128460" y="0"/>
                </a:lnTo>
                <a:lnTo>
                  <a:pt x="20002" y="0"/>
                </a:lnTo>
                <a:lnTo>
                  <a:pt x="12014" y="1473"/>
                </a:lnTo>
                <a:lnTo>
                  <a:pt x="5676" y="5511"/>
                </a:lnTo>
                <a:lnTo>
                  <a:pt x="1511" y="11544"/>
                </a:lnTo>
                <a:lnTo>
                  <a:pt x="0" y="19011"/>
                </a:lnTo>
                <a:lnTo>
                  <a:pt x="0" y="411429"/>
                </a:lnTo>
                <a:lnTo>
                  <a:pt x="1612" y="418896"/>
                </a:lnTo>
                <a:lnTo>
                  <a:pt x="5969" y="424929"/>
                </a:lnTo>
                <a:lnTo>
                  <a:pt x="12331" y="428967"/>
                </a:lnTo>
                <a:lnTo>
                  <a:pt x="20002" y="430441"/>
                </a:lnTo>
                <a:lnTo>
                  <a:pt x="132308" y="430441"/>
                </a:lnTo>
                <a:lnTo>
                  <a:pt x="140309" y="428967"/>
                </a:lnTo>
                <a:lnTo>
                  <a:pt x="146634" y="424929"/>
                </a:lnTo>
                <a:lnTo>
                  <a:pt x="150812" y="418896"/>
                </a:lnTo>
                <a:lnTo>
                  <a:pt x="152311" y="411429"/>
                </a:lnTo>
                <a:lnTo>
                  <a:pt x="152311" y="288226"/>
                </a:lnTo>
                <a:lnTo>
                  <a:pt x="152311" y="142214"/>
                </a:lnTo>
                <a:lnTo>
                  <a:pt x="152311" y="19011"/>
                </a:lnTo>
                <a:close/>
              </a:path>
            </a:pathLst>
          </a:custGeom>
          <a:solidFill>
            <a:srgbClr val="EB6C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934993" y="6125818"/>
            <a:ext cx="158115" cy="447040"/>
          </a:xfrm>
          <a:custGeom>
            <a:avLst/>
            <a:gdLst/>
            <a:ahLst/>
            <a:cxnLst/>
            <a:rect l="l" t="t" r="r" b="b"/>
            <a:pathLst>
              <a:path w="158115" h="447040">
                <a:moveTo>
                  <a:pt x="136923" y="0"/>
                </a:moveTo>
                <a:lnTo>
                  <a:pt x="20769" y="0"/>
                </a:lnTo>
                <a:lnTo>
                  <a:pt x="12656" y="1591"/>
                </a:lnTo>
                <a:lnTo>
                  <a:pt x="6057" y="5892"/>
                </a:lnTo>
                <a:lnTo>
                  <a:pt x="1622" y="12190"/>
                </a:lnTo>
                <a:lnTo>
                  <a:pt x="0" y="19774"/>
                </a:lnTo>
                <a:lnTo>
                  <a:pt x="0" y="426642"/>
                </a:lnTo>
                <a:lnTo>
                  <a:pt x="1623" y="434223"/>
                </a:lnTo>
                <a:lnTo>
                  <a:pt x="6058" y="440522"/>
                </a:lnTo>
                <a:lnTo>
                  <a:pt x="12657" y="444824"/>
                </a:lnTo>
                <a:lnTo>
                  <a:pt x="20770" y="446417"/>
                </a:lnTo>
                <a:lnTo>
                  <a:pt x="136923" y="446417"/>
                </a:lnTo>
                <a:lnTo>
                  <a:pt x="145038" y="444824"/>
                </a:lnTo>
                <a:lnTo>
                  <a:pt x="151636" y="440522"/>
                </a:lnTo>
                <a:lnTo>
                  <a:pt x="156070" y="434223"/>
                </a:lnTo>
                <a:lnTo>
                  <a:pt x="157692" y="426642"/>
                </a:lnTo>
                <a:lnTo>
                  <a:pt x="157692" y="299636"/>
                </a:lnTo>
                <a:lnTo>
                  <a:pt x="34616" y="299636"/>
                </a:lnTo>
                <a:lnTo>
                  <a:pt x="33078" y="298119"/>
                </a:lnTo>
                <a:lnTo>
                  <a:pt x="33078" y="151338"/>
                </a:lnTo>
                <a:lnTo>
                  <a:pt x="34615" y="149821"/>
                </a:lnTo>
                <a:lnTo>
                  <a:pt x="157692" y="149821"/>
                </a:lnTo>
                <a:lnTo>
                  <a:pt x="157692" y="19774"/>
                </a:lnTo>
                <a:lnTo>
                  <a:pt x="156070" y="12190"/>
                </a:lnTo>
                <a:lnTo>
                  <a:pt x="151635" y="5892"/>
                </a:lnTo>
                <a:lnTo>
                  <a:pt x="145037" y="1591"/>
                </a:lnTo>
                <a:lnTo>
                  <a:pt x="136923" y="0"/>
                </a:lnTo>
                <a:close/>
              </a:path>
              <a:path w="158115" h="447040">
                <a:moveTo>
                  <a:pt x="157692" y="149821"/>
                </a:moveTo>
                <a:lnTo>
                  <a:pt x="63847" y="149821"/>
                </a:lnTo>
                <a:lnTo>
                  <a:pt x="65388" y="151338"/>
                </a:lnTo>
                <a:lnTo>
                  <a:pt x="65388" y="273021"/>
                </a:lnTo>
                <a:lnTo>
                  <a:pt x="66156" y="273780"/>
                </a:lnTo>
                <a:lnTo>
                  <a:pt x="123846" y="273780"/>
                </a:lnTo>
                <a:lnTo>
                  <a:pt x="125387" y="275303"/>
                </a:lnTo>
                <a:lnTo>
                  <a:pt x="125387" y="298119"/>
                </a:lnTo>
                <a:lnTo>
                  <a:pt x="123846" y="299636"/>
                </a:lnTo>
                <a:lnTo>
                  <a:pt x="157692" y="299636"/>
                </a:lnTo>
                <a:lnTo>
                  <a:pt x="157692" y="149821"/>
                </a:lnTo>
                <a:close/>
              </a:path>
            </a:pathLst>
          </a:custGeom>
          <a:solidFill>
            <a:srgbClr val="9ABA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7163448" y="6134950"/>
            <a:ext cx="153670" cy="512445"/>
          </a:xfrm>
          <a:custGeom>
            <a:avLst/>
            <a:gdLst/>
            <a:ahLst/>
            <a:cxnLst/>
            <a:rect l="l" t="t" r="r" b="b"/>
            <a:pathLst>
              <a:path w="153670" h="512445">
                <a:moveTo>
                  <a:pt x="117690" y="468477"/>
                </a:moveTo>
                <a:lnTo>
                  <a:pt x="109067" y="462800"/>
                </a:lnTo>
                <a:lnTo>
                  <a:pt x="99428" y="458495"/>
                </a:lnTo>
                <a:lnTo>
                  <a:pt x="88925" y="455739"/>
                </a:lnTo>
                <a:lnTo>
                  <a:pt x="77698" y="454787"/>
                </a:lnTo>
                <a:lnTo>
                  <a:pt x="66916" y="455307"/>
                </a:lnTo>
                <a:lnTo>
                  <a:pt x="56642" y="457822"/>
                </a:lnTo>
                <a:lnTo>
                  <a:pt x="47091" y="462051"/>
                </a:lnTo>
                <a:lnTo>
                  <a:pt x="38468" y="467715"/>
                </a:lnTo>
                <a:lnTo>
                  <a:pt x="77698" y="511822"/>
                </a:lnTo>
                <a:lnTo>
                  <a:pt x="117690" y="468477"/>
                </a:lnTo>
                <a:close/>
              </a:path>
              <a:path w="153670" h="512445">
                <a:moveTo>
                  <a:pt x="153085" y="19773"/>
                </a:moveTo>
                <a:lnTo>
                  <a:pt x="151460" y="12192"/>
                </a:lnTo>
                <a:lnTo>
                  <a:pt x="147027" y="5892"/>
                </a:lnTo>
                <a:lnTo>
                  <a:pt x="140423" y="1587"/>
                </a:lnTo>
                <a:lnTo>
                  <a:pt x="132308" y="0"/>
                </a:lnTo>
                <a:lnTo>
                  <a:pt x="126923" y="0"/>
                </a:lnTo>
                <a:lnTo>
                  <a:pt x="126923" y="144500"/>
                </a:lnTo>
                <a:lnTo>
                  <a:pt x="126923" y="165785"/>
                </a:lnTo>
                <a:lnTo>
                  <a:pt x="125387" y="167309"/>
                </a:lnTo>
                <a:lnTo>
                  <a:pt x="69240" y="167309"/>
                </a:lnTo>
                <a:lnTo>
                  <a:pt x="68465" y="168071"/>
                </a:lnTo>
                <a:lnTo>
                  <a:pt x="68465" y="200774"/>
                </a:lnTo>
                <a:lnTo>
                  <a:pt x="69240" y="201536"/>
                </a:lnTo>
                <a:lnTo>
                  <a:pt x="115392" y="201536"/>
                </a:lnTo>
                <a:lnTo>
                  <a:pt x="117690" y="203060"/>
                </a:lnTo>
                <a:lnTo>
                  <a:pt x="117690" y="224345"/>
                </a:lnTo>
                <a:lnTo>
                  <a:pt x="116166" y="225869"/>
                </a:lnTo>
                <a:lnTo>
                  <a:pt x="69240" y="225869"/>
                </a:lnTo>
                <a:lnTo>
                  <a:pt x="68465" y="226631"/>
                </a:lnTo>
                <a:lnTo>
                  <a:pt x="68465" y="260858"/>
                </a:lnTo>
                <a:lnTo>
                  <a:pt x="69240" y="261607"/>
                </a:lnTo>
                <a:lnTo>
                  <a:pt x="124625" y="261607"/>
                </a:lnTo>
                <a:lnTo>
                  <a:pt x="126161" y="263131"/>
                </a:lnTo>
                <a:lnTo>
                  <a:pt x="126161" y="284429"/>
                </a:lnTo>
                <a:lnTo>
                  <a:pt x="124625" y="285953"/>
                </a:lnTo>
                <a:lnTo>
                  <a:pt x="40005" y="285953"/>
                </a:lnTo>
                <a:lnTo>
                  <a:pt x="37693" y="284429"/>
                </a:lnTo>
                <a:lnTo>
                  <a:pt x="37693" y="147535"/>
                </a:lnTo>
                <a:lnTo>
                  <a:pt x="38468" y="147535"/>
                </a:lnTo>
                <a:lnTo>
                  <a:pt x="38468" y="144500"/>
                </a:lnTo>
                <a:lnTo>
                  <a:pt x="40005" y="142976"/>
                </a:lnTo>
                <a:lnTo>
                  <a:pt x="125387" y="142976"/>
                </a:lnTo>
                <a:lnTo>
                  <a:pt x="126923" y="144500"/>
                </a:lnTo>
                <a:lnTo>
                  <a:pt x="126923" y="0"/>
                </a:lnTo>
                <a:lnTo>
                  <a:pt x="20777" y="0"/>
                </a:lnTo>
                <a:lnTo>
                  <a:pt x="12661" y="1587"/>
                </a:lnTo>
                <a:lnTo>
                  <a:pt x="6057" y="5892"/>
                </a:lnTo>
                <a:lnTo>
                  <a:pt x="1625" y="12192"/>
                </a:lnTo>
                <a:lnTo>
                  <a:pt x="0" y="19773"/>
                </a:lnTo>
                <a:lnTo>
                  <a:pt x="0" y="416001"/>
                </a:lnTo>
                <a:lnTo>
                  <a:pt x="2311" y="420560"/>
                </a:lnTo>
                <a:lnTo>
                  <a:pt x="5410" y="423621"/>
                </a:lnTo>
                <a:lnTo>
                  <a:pt x="13855" y="432727"/>
                </a:lnTo>
                <a:lnTo>
                  <a:pt x="27419" y="423608"/>
                </a:lnTo>
                <a:lnTo>
                  <a:pt x="42405" y="416953"/>
                </a:lnTo>
                <a:lnTo>
                  <a:pt x="58737" y="412838"/>
                </a:lnTo>
                <a:lnTo>
                  <a:pt x="76161" y="411429"/>
                </a:lnTo>
                <a:lnTo>
                  <a:pt x="93700" y="412953"/>
                </a:lnTo>
                <a:lnTo>
                  <a:pt x="110299" y="417322"/>
                </a:lnTo>
                <a:lnTo>
                  <a:pt x="125590" y="424268"/>
                </a:lnTo>
                <a:lnTo>
                  <a:pt x="139242" y="433489"/>
                </a:lnTo>
                <a:lnTo>
                  <a:pt x="146926" y="425119"/>
                </a:lnTo>
                <a:lnTo>
                  <a:pt x="150774" y="421322"/>
                </a:lnTo>
                <a:lnTo>
                  <a:pt x="152984" y="416953"/>
                </a:lnTo>
                <a:lnTo>
                  <a:pt x="153085" y="411429"/>
                </a:lnTo>
                <a:lnTo>
                  <a:pt x="153085" y="285953"/>
                </a:lnTo>
                <a:lnTo>
                  <a:pt x="153085" y="142976"/>
                </a:lnTo>
                <a:lnTo>
                  <a:pt x="153085" y="19773"/>
                </a:lnTo>
                <a:close/>
              </a:path>
            </a:pathLst>
          </a:custGeom>
          <a:solidFill>
            <a:srgbClr val="2D6D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7675028" y="6143311"/>
            <a:ext cx="477671" cy="11635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7675791" y="6310629"/>
            <a:ext cx="565150" cy="97155"/>
          </a:xfrm>
          <a:custGeom>
            <a:avLst/>
            <a:gdLst/>
            <a:ahLst/>
            <a:cxnLst/>
            <a:rect l="l" t="t" r="r" b="b"/>
            <a:pathLst>
              <a:path w="565150" h="97154">
                <a:moveTo>
                  <a:pt x="53848" y="80606"/>
                </a:moveTo>
                <a:lnTo>
                  <a:pt x="19215" y="80606"/>
                </a:lnTo>
                <a:lnTo>
                  <a:pt x="19215" y="55511"/>
                </a:lnTo>
                <a:lnTo>
                  <a:pt x="50749" y="55511"/>
                </a:lnTo>
                <a:lnTo>
                  <a:pt x="50749" y="40297"/>
                </a:lnTo>
                <a:lnTo>
                  <a:pt x="19215" y="40297"/>
                </a:lnTo>
                <a:lnTo>
                  <a:pt x="19215" y="18249"/>
                </a:lnTo>
                <a:lnTo>
                  <a:pt x="52298" y="18249"/>
                </a:lnTo>
                <a:lnTo>
                  <a:pt x="52298" y="3035"/>
                </a:lnTo>
                <a:lnTo>
                  <a:pt x="0" y="3035"/>
                </a:lnTo>
                <a:lnTo>
                  <a:pt x="0" y="95821"/>
                </a:lnTo>
                <a:lnTo>
                  <a:pt x="53848" y="95821"/>
                </a:lnTo>
                <a:lnTo>
                  <a:pt x="53848" y="80606"/>
                </a:lnTo>
                <a:close/>
              </a:path>
              <a:path w="565150" h="97154">
                <a:moveTo>
                  <a:pt x="120777" y="66929"/>
                </a:moveTo>
                <a:lnTo>
                  <a:pt x="118452" y="54749"/>
                </a:lnTo>
                <a:lnTo>
                  <a:pt x="113817" y="49428"/>
                </a:lnTo>
                <a:lnTo>
                  <a:pt x="82283" y="34226"/>
                </a:lnTo>
                <a:lnTo>
                  <a:pt x="79184" y="28130"/>
                </a:lnTo>
                <a:lnTo>
                  <a:pt x="80733" y="18249"/>
                </a:lnTo>
                <a:lnTo>
                  <a:pt x="93827" y="14452"/>
                </a:lnTo>
                <a:lnTo>
                  <a:pt x="96151" y="15976"/>
                </a:lnTo>
                <a:lnTo>
                  <a:pt x="99174" y="20523"/>
                </a:lnTo>
                <a:lnTo>
                  <a:pt x="99949" y="28130"/>
                </a:lnTo>
                <a:lnTo>
                  <a:pt x="117678" y="28130"/>
                </a:lnTo>
                <a:lnTo>
                  <a:pt x="116903" y="18249"/>
                </a:lnTo>
                <a:lnTo>
                  <a:pt x="113817" y="12166"/>
                </a:lnTo>
                <a:lnTo>
                  <a:pt x="103822" y="3797"/>
                </a:lnTo>
                <a:lnTo>
                  <a:pt x="79184" y="1524"/>
                </a:lnTo>
                <a:lnTo>
                  <a:pt x="72288" y="3797"/>
                </a:lnTo>
                <a:lnTo>
                  <a:pt x="61518" y="12928"/>
                </a:lnTo>
                <a:lnTo>
                  <a:pt x="59194" y="19773"/>
                </a:lnTo>
                <a:lnTo>
                  <a:pt x="59194" y="32702"/>
                </a:lnTo>
                <a:lnTo>
                  <a:pt x="61518" y="41821"/>
                </a:lnTo>
                <a:lnTo>
                  <a:pt x="69964" y="50952"/>
                </a:lnTo>
                <a:lnTo>
                  <a:pt x="98463" y="63881"/>
                </a:lnTo>
                <a:lnTo>
                  <a:pt x="100723" y="76047"/>
                </a:lnTo>
                <a:lnTo>
                  <a:pt x="99174" y="79082"/>
                </a:lnTo>
                <a:lnTo>
                  <a:pt x="94602" y="82892"/>
                </a:lnTo>
                <a:lnTo>
                  <a:pt x="84607" y="83654"/>
                </a:lnTo>
                <a:lnTo>
                  <a:pt x="77635" y="78333"/>
                </a:lnTo>
                <a:lnTo>
                  <a:pt x="76161" y="69202"/>
                </a:lnTo>
                <a:lnTo>
                  <a:pt x="76936" y="69202"/>
                </a:lnTo>
                <a:lnTo>
                  <a:pt x="76936" y="66154"/>
                </a:lnTo>
                <a:lnTo>
                  <a:pt x="58420" y="66154"/>
                </a:lnTo>
                <a:lnTo>
                  <a:pt x="58420" y="76809"/>
                </a:lnTo>
                <a:lnTo>
                  <a:pt x="60744" y="83654"/>
                </a:lnTo>
                <a:lnTo>
                  <a:pt x="69964" y="92786"/>
                </a:lnTo>
                <a:lnTo>
                  <a:pt x="77635" y="95059"/>
                </a:lnTo>
                <a:lnTo>
                  <a:pt x="98463" y="95059"/>
                </a:lnTo>
                <a:lnTo>
                  <a:pt x="106908" y="92786"/>
                </a:lnTo>
                <a:lnTo>
                  <a:pt x="117678" y="83654"/>
                </a:lnTo>
                <a:lnTo>
                  <a:pt x="120777" y="76809"/>
                </a:lnTo>
                <a:lnTo>
                  <a:pt x="120777" y="66929"/>
                </a:lnTo>
                <a:close/>
              </a:path>
              <a:path w="565150" h="97154">
                <a:moveTo>
                  <a:pt x="186156" y="59321"/>
                </a:moveTo>
                <a:lnTo>
                  <a:pt x="167652" y="59321"/>
                </a:lnTo>
                <a:lnTo>
                  <a:pt x="167652" y="68440"/>
                </a:lnTo>
                <a:lnTo>
                  <a:pt x="163080" y="79857"/>
                </a:lnTo>
                <a:lnTo>
                  <a:pt x="153860" y="82130"/>
                </a:lnTo>
                <a:lnTo>
                  <a:pt x="147662" y="78333"/>
                </a:lnTo>
                <a:lnTo>
                  <a:pt x="143802" y="62357"/>
                </a:lnTo>
                <a:lnTo>
                  <a:pt x="144576" y="28130"/>
                </a:lnTo>
                <a:lnTo>
                  <a:pt x="148437" y="16725"/>
                </a:lnTo>
                <a:lnTo>
                  <a:pt x="159981" y="14452"/>
                </a:lnTo>
                <a:lnTo>
                  <a:pt x="163080" y="15976"/>
                </a:lnTo>
                <a:lnTo>
                  <a:pt x="166103" y="22047"/>
                </a:lnTo>
                <a:lnTo>
                  <a:pt x="166878" y="32702"/>
                </a:lnTo>
                <a:lnTo>
                  <a:pt x="184607" y="32702"/>
                </a:lnTo>
                <a:lnTo>
                  <a:pt x="184607" y="25857"/>
                </a:lnTo>
                <a:lnTo>
                  <a:pt x="178422" y="7594"/>
                </a:lnTo>
                <a:lnTo>
                  <a:pt x="167652" y="762"/>
                </a:lnTo>
                <a:lnTo>
                  <a:pt x="148437" y="0"/>
                </a:lnTo>
                <a:lnTo>
                  <a:pt x="143027" y="1524"/>
                </a:lnTo>
                <a:lnTo>
                  <a:pt x="133807" y="6083"/>
                </a:lnTo>
                <a:lnTo>
                  <a:pt x="130771" y="9118"/>
                </a:lnTo>
                <a:lnTo>
                  <a:pt x="126123" y="18249"/>
                </a:lnTo>
                <a:lnTo>
                  <a:pt x="123037" y="34226"/>
                </a:lnTo>
                <a:lnTo>
                  <a:pt x="124587" y="73761"/>
                </a:lnTo>
                <a:lnTo>
                  <a:pt x="130771" y="87452"/>
                </a:lnTo>
                <a:lnTo>
                  <a:pt x="133807" y="90500"/>
                </a:lnTo>
                <a:lnTo>
                  <a:pt x="143027" y="95059"/>
                </a:lnTo>
                <a:lnTo>
                  <a:pt x="161531" y="95821"/>
                </a:lnTo>
                <a:lnTo>
                  <a:pt x="174612" y="91262"/>
                </a:lnTo>
                <a:lnTo>
                  <a:pt x="177647" y="88214"/>
                </a:lnTo>
                <a:lnTo>
                  <a:pt x="183845" y="78333"/>
                </a:lnTo>
                <a:lnTo>
                  <a:pt x="186156" y="59321"/>
                </a:lnTo>
                <a:close/>
              </a:path>
              <a:path w="565150" h="97154">
                <a:moveTo>
                  <a:pt x="257670" y="95059"/>
                </a:moveTo>
                <a:lnTo>
                  <a:pt x="256120" y="94297"/>
                </a:lnTo>
                <a:lnTo>
                  <a:pt x="254571" y="89738"/>
                </a:lnTo>
                <a:lnTo>
                  <a:pt x="254571" y="86690"/>
                </a:lnTo>
                <a:lnTo>
                  <a:pt x="253796" y="82892"/>
                </a:lnTo>
                <a:lnTo>
                  <a:pt x="253796" y="71488"/>
                </a:lnTo>
                <a:lnTo>
                  <a:pt x="253022" y="69964"/>
                </a:lnTo>
                <a:lnTo>
                  <a:pt x="253022" y="60833"/>
                </a:lnTo>
                <a:lnTo>
                  <a:pt x="251548" y="57035"/>
                </a:lnTo>
                <a:lnTo>
                  <a:pt x="249224" y="54749"/>
                </a:lnTo>
                <a:lnTo>
                  <a:pt x="247675" y="52476"/>
                </a:lnTo>
                <a:lnTo>
                  <a:pt x="243801" y="50952"/>
                </a:lnTo>
                <a:lnTo>
                  <a:pt x="239229" y="50190"/>
                </a:lnTo>
                <a:lnTo>
                  <a:pt x="244576" y="48666"/>
                </a:lnTo>
                <a:lnTo>
                  <a:pt x="248450" y="46380"/>
                </a:lnTo>
                <a:lnTo>
                  <a:pt x="250304" y="43345"/>
                </a:lnTo>
                <a:lnTo>
                  <a:pt x="253022" y="38785"/>
                </a:lnTo>
                <a:lnTo>
                  <a:pt x="254571" y="33451"/>
                </a:lnTo>
                <a:lnTo>
                  <a:pt x="254571" y="19011"/>
                </a:lnTo>
                <a:lnTo>
                  <a:pt x="237680" y="3035"/>
                </a:lnTo>
                <a:lnTo>
                  <a:pt x="236905" y="3035"/>
                </a:lnTo>
                <a:lnTo>
                  <a:pt x="236905" y="21297"/>
                </a:lnTo>
                <a:lnTo>
                  <a:pt x="236905" y="34975"/>
                </a:lnTo>
                <a:lnTo>
                  <a:pt x="235356" y="38023"/>
                </a:lnTo>
                <a:lnTo>
                  <a:pt x="233032" y="40297"/>
                </a:lnTo>
                <a:lnTo>
                  <a:pt x="230009" y="42583"/>
                </a:lnTo>
                <a:lnTo>
                  <a:pt x="226910" y="43345"/>
                </a:lnTo>
                <a:lnTo>
                  <a:pt x="214591" y="43345"/>
                </a:lnTo>
                <a:lnTo>
                  <a:pt x="214591" y="16725"/>
                </a:lnTo>
                <a:lnTo>
                  <a:pt x="232270" y="16725"/>
                </a:lnTo>
                <a:lnTo>
                  <a:pt x="236905" y="21297"/>
                </a:lnTo>
                <a:lnTo>
                  <a:pt x="236905" y="3035"/>
                </a:lnTo>
                <a:lnTo>
                  <a:pt x="193827" y="3035"/>
                </a:lnTo>
                <a:lnTo>
                  <a:pt x="193827" y="95821"/>
                </a:lnTo>
                <a:lnTo>
                  <a:pt x="212280" y="95821"/>
                </a:lnTo>
                <a:lnTo>
                  <a:pt x="212280" y="57035"/>
                </a:lnTo>
                <a:lnTo>
                  <a:pt x="226136" y="57035"/>
                </a:lnTo>
                <a:lnTo>
                  <a:pt x="229235" y="57797"/>
                </a:lnTo>
                <a:lnTo>
                  <a:pt x="230720" y="60083"/>
                </a:lnTo>
                <a:lnTo>
                  <a:pt x="233032" y="61595"/>
                </a:lnTo>
                <a:lnTo>
                  <a:pt x="233807" y="64643"/>
                </a:lnTo>
                <a:lnTo>
                  <a:pt x="233883" y="69964"/>
                </a:lnTo>
                <a:lnTo>
                  <a:pt x="234581" y="85928"/>
                </a:lnTo>
                <a:lnTo>
                  <a:pt x="234581" y="87452"/>
                </a:lnTo>
                <a:lnTo>
                  <a:pt x="235356" y="89738"/>
                </a:lnTo>
                <a:lnTo>
                  <a:pt x="235356" y="92786"/>
                </a:lnTo>
                <a:lnTo>
                  <a:pt x="236905" y="95821"/>
                </a:lnTo>
                <a:lnTo>
                  <a:pt x="257670" y="95821"/>
                </a:lnTo>
                <a:lnTo>
                  <a:pt x="257670" y="95059"/>
                </a:lnTo>
                <a:close/>
              </a:path>
              <a:path w="565150" h="97154">
                <a:moveTo>
                  <a:pt x="286131" y="3048"/>
                </a:moveTo>
                <a:lnTo>
                  <a:pt x="267665" y="3048"/>
                </a:lnTo>
                <a:lnTo>
                  <a:pt x="267665" y="95059"/>
                </a:lnTo>
                <a:lnTo>
                  <a:pt x="286131" y="95059"/>
                </a:lnTo>
                <a:lnTo>
                  <a:pt x="286131" y="3048"/>
                </a:lnTo>
                <a:close/>
              </a:path>
              <a:path w="565150" h="97154">
                <a:moveTo>
                  <a:pt x="353034" y="3035"/>
                </a:moveTo>
                <a:lnTo>
                  <a:pt x="293065" y="3035"/>
                </a:lnTo>
                <a:lnTo>
                  <a:pt x="293065" y="18249"/>
                </a:lnTo>
                <a:lnTo>
                  <a:pt x="313829" y="18249"/>
                </a:lnTo>
                <a:lnTo>
                  <a:pt x="313829" y="95059"/>
                </a:lnTo>
                <a:lnTo>
                  <a:pt x="332270" y="95059"/>
                </a:lnTo>
                <a:lnTo>
                  <a:pt x="332270" y="18249"/>
                </a:lnTo>
                <a:lnTo>
                  <a:pt x="353034" y="18249"/>
                </a:lnTo>
                <a:lnTo>
                  <a:pt x="353034" y="3035"/>
                </a:lnTo>
                <a:close/>
              </a:path>
              <a:path w="565150" h="97154">
                <a:moveTo>
                  <a:pt x="416941" y="2273"/>
                </a:moveTo>
                <a:lnTo>
                  <a:pt x="398424" y="2273"/>
                </a:lnTo>
                <a:lnTo>
                  <a:pt x="398424" y="66929"/>
                </a:lnTo>
                <a:lnTo>
                  <a:pt x="397662" y="75285"/>
                </a:lnTo>
                <a:lnTo>
                  <a:pt x="394627" y="80606"/>
                </a:lnTo>
                <a:lnTo>
                  <a:pt x="385343" y="82892"/>
                </a:lnTo>
                <a:lnTo>
                  <a:pt x="379984" y="79857"/>
                </a:lnTo>
                <a:lnTo>
                  <a:pt x="376897" y="66929"/>
                </a:lnTo>
                <a:lnTo>
                  <a:pt x="376897" y="2273"/>
                </a:lnTo>
                <a:lnTo>
                  <a:pt x="358457" y="2273"/>
                </a:lnTo>
                <a:lnTo>
                  <a:pt x="358457" y="66929"/>
                </a:lnTo>
                <a:lnTo>
                  <a:pt x="359232" y="78333"/>
                </a:lnTo>
                <a:lnTo>
                  <a:pt x="362254" y="85928"/>
                </a:lnTo>
                <a:lnTo>
                  <a:pt x="369989" y="93535"/>
                </a:lnTo>
                <a:lnTo>
                  <a:pt x="373799" y="95059"/>
                </a:lnTo>
                <a:lnTo>
                  <a:pt x="391528" y="96583"/>
                </a:lnTo>
                <a:lnTo>
                  <a:pt x="404622" y="92786"/>
                </a:lnTo>
                <a:lnTo>
                  <a:pt x="413067" y="85178"/>
                </a:lnTo>
                <a:lnTo>
                  <a:pt x="416941" y="73012"/>
                </a:lnTo>
                <a:lnTo>
                  <a:pt x="416941" y="2273"/>
                </a:lnTo>
                <a:close/>
              </a:path>
              <a:path w="565150" h="97154">
                <a:moveTo>
                  <a:pt x="489991" y="95059"/>
                </a:moveTo>
                <a:lnTo>
                  <a:pt x="488442" y="94297"/>
                </a:lnTo>
                <a:lnTo>
                  <a:pt x="486892" y="89738"/>
                </a:lnTo>
                <a:lnTo>
                  <a:pt x="486892" y="86690"/>
                </a:lnTo>
                <a:lnTo>
                  <a:pt x="486117" y="82892"/>
                </a:lnTo>
                <a:lnTo>
                  <a:pt x="486117" y="71488"/>
                </a:lnTo>
                <a:lnTo>
                  <a:pt x="485355" y="69964"/>
                </a:lnTo>
                <a:lnTo>
                  <a:pt x="485355" y="60833"/>
                </a:lnTo>
                <a:lnTo>
                  <a:pt x="483806" y="57035"/>
                </a:lnTo>
                <a:lnTo>
                  <a:pt x="481545" y="54749"/>
                </a:lnTo>
                <a:lnTo>
                  <a:pt x="479996" y="52476"/>
                </a:lnTo>
                <a:lnTo>
                  <a:pt x="476135" y="50952"/>
                </a:lnTo>
                <a:lnTo>
                  <a:pt x="471551" y="50190"/>
                </a:lnTo>
                <a:lnTo>
                  <a:pt x="476897" y="48666"/>
                </a:lnTo>
                <a:lnTo>
                  <a:pt x="480771" y="46380"/>
                </a:lnTo>
                <a:lnTo>
                  <a:pt x="482574" y="43345"/>
                </a:lnTo>
                <a:lnTo>
                  <a:pt x="485355" y="38785"/>
                </a:lnTo>
                <a:lnTo>
                  <a:pt x="486892" y="33451"/>
                </a:lnTo>
                <a:lnTo>
                  <a:pt x="486892" y="19011"/>
                </a:lnTo>
                <a:lnTo>
                  <a:pt x="470001" y="3035"/>
                </a:lnTo>
                <a:lnTo>
                  <a:pt x="469226" y="3035"/>
                </a:lnTo>
                <a:lnTo>
                  <a:pt x="469226" y="21297"/>
                </a:lnTo>
                <a:lnTo>
                  <a:pt x="469226" y="34975"/>
                </a:lnTo>
                <a:lnTo>
                  <a:pt x="467677" y="38023"/>
                </a:lnTo>
                <a:lnTo>
                  <a:pt x="465366" y="40297"/>
                </a:lnTo>
                <a:lnTo>
                  <a:pt x="462267" y="42583"/>
                </a:lnTo>
                <a:lnTo>
                  <a:pt x="459232" y="43345"/>
                </a:lnTo>
                <a:lnTo>
                  <a:pt x="446925" y="43345"/>
                </a:lnTo>
                <a:lnTo>
                  <a:pt x="446925" y="16725"/>
                </a:lnTo>
                <a:lnTo>
                  <a:pt x="464591" y="16725"/>
                </a:lnTo>
                <a:lnTo>
                  <a:pt x="469226" y="21297"/>
                </a:lnTo>
                <a:lnTo>
                  <a:pt x="469226" y="3035"/>
                </a:lnTo>
                <a:lnTo>
                  <a:pt x="426161" y="3035"/>
                </a:lnTo>
                <a:lnTo>
                  <a:pt x="426161" y="95821"/>
                </a:lnTo>
                <a:lnTo>
                  <a:pt x="444601" y="95821"/>
                </a:lnTo>
                <a:lnTo>
                  <a:pt x="444601" y="57035"/>
                </a:lnTo>
                <a:lnTo>
                  <a:pt x="458457" y="57035"/>
                </a:lnTo>
                <a:lnTo>
                  <a:pt x="461492" y="57797"/>
                </a:lnTo>
                <a:lnTo>
                  <a:pt x="463042" y="60083"/>
                </a:lnTo>
                <a:lnTo>
                  <a:pt x="465366" y="61595"/>
                </a:lnTo>
                <a:lnTo>
                  <a:pt x="466140" y="64643"/>
                </a:lnTo>
                <a:lnTo>
                  <a:pt x="466204" y="69964"/>
                </a:lnTo>
                <a:lnTo>
                  <a:pt x="466902" y="85928"/>
                </a:lnTo>
                <a:lnTo>
                  <a:pt x="466902" y="87452"/>
                </a:lnTo>
                <a:lnTo>
                  <a:pt x="467677" y="89738"/>
                </a:lnTo>
                <a:lnTo>
                  <a:pt x="467677" y="92786"/>
                </a:lnTo>
                <a:lnTo>
                  <a:pt x="469226" y="95821"/>
                </a:lnTo>
                <a:lnTo>
                  <a:pt x="489991" y="95821"/>
                </a:lnTo>
                <a:lnTo>
                  <a:pt x="489991" y="95059"/>
                </a:lnTo>
                <a:close/>
              </a:path>
              <a:path w="565150" h="97154">
                <a:moveTo>
                  <a:pt x="564591" y="95059"/>
                </a:moveTo>
                <a:lnTo>
                  <a:pt x="559308" y="75285"/>
                </a:lnTo>
                <a:lnTo>
                  <a:pt x="555231" y="60083"/>
                </a:lnTo>
                <a:lnTo>
                  <a:pt x="544042" y="18249"/>
                </a:lnTo>
                <a:lnTo>
                  <a:pt x="539965" y="3035"/>
                </a:lnTo>
                <a:lnTo>
                  <a:pt x="537641" y="3035"/>
                </a:lnTo>
                <a:lnTo>
                  <a:pt x="537641" y="60083"/>
                </a:lnTo>
                <a:lnTo>
                  <a:pt x="519201" y="60083"/>
                </a:lnTo>
                <a:lnTo>
                  <a:pt x="528421" y="18249"/>
                </a:lnTo>
                <a:lnTo>
                  <a:pt x="537641" y="60083"/>
                </a:lnTo>
                <a:lnTo>
                  <a:pt x="537641" y="3035"/>
                </a:lnTo>
                <a:lnTo>
                  <a:pt x="516877" y="3035"/>
                </a:lnTo>
                <a:lnTo>
                  <a:pt x="492315" y="95059"/>
                </a:lnTo>
                <a:lnTo>
                  <a:pt x="511530" y="95059"/>
                </a:lnTo>
                <a:lnTo>
                  <a:pt x="516102" y="75285"/>
                </a:lnTo>
                <a:lnTo>
                  <a:pt x="540740" y="75285"/>
                </a:lnTo>
                <a:lnTo>
                  <a:pt x="545376" y="95059"/>
                </a:lnTo>
                <a:lnTo>
                  <a:pt x="564591" y="95059"/>
                </a:lnTo>
                <a:close/>
              </a:path>
            </a:pathLst>
          </a:custGeom>
          <a:solidFill>
            <a:srgbClr val="1339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265025" y="6312901"/>
            <a:ext cx="66157" cy="935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7674255" y="6458158"/>
            <a:ext cx="1170773" cy="11635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96645" y="5938265"/>
            <a:ext cx="8256270" cy="0"/>
          </a:xfrm>
          <a:custGeom>
            <a:avLst/>
            <a:gdLst/>
            <a:ahLst/>
            <a:cxnLst/>
            <a:rect l="l" t="t" r="r" b="b"/>
            <a:pathLst>
              <a:path w="8256270">
                <a:moveTo>
                  <a:pt x="0" y="0"/>
                </a:moveTo>
                <a:lnTo>
                  <a:pt x="8256143" y="0"/>
                </a:lnTo>
              </a:path>
            </a:pathLst>
          </a:custGeom>
          <a:ln w="25400">
            <a:solidFill>
              <a:srgbClr val="2E54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0" y="969340"/>
            <a:ext cx="463549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94561" y="1720342"/>
            <a:ext cx="9802876" cy="3154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object 62"/>
          <p:cNvSpPr txBox="1">
            <a:spLocks noGrp="1"/>
          </p:cNvSpPr>
          <p:nvPr>
            <p:ph type="body" idx="1"/>
          </p:nvPr>
        </p:nvSpPr>
        <p:spPr>
          <a:xfrm>
            <a:off x="2079331" y="1861254"/>
            <a:ext cx="824009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0"/>
              </a:spcBef>
            </a:pPr>
            <a:r>
              <a:rPr lang="es-CO" sz="4000" spc="-25" dirty="0">
                <a:solidFill>
                  <a:schemeClr val="tx2"/>
                </a:solidFill>
                <a:latin typeface="Aptos Narrow" panose="020B0004020202020204" pitchFamily="34" charset="0"/>
              </a:rPr>
              <a:t>Sección 1</a:t>
            </a:r>
            <a:endParaRPr sz="4000" spc="-25" dirty="0">
              <a:solidFill>
                <a:schemeClr val="tx2"/>
              </a:solidFill>
              <a:latin typeface="Aptos Narrow" panose="020B0004020202020204" pitchFamily="34" charset="0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1E050CE7-CF0D-7E45-AF03-004F6773D8A7}"/>
              </a:ext>
            </a:extLst>
          </p:cNvPr>
          <p:cNvSpPr txBox="1"/>
          <p:nvPr/>
        </p:nvSpPr>
        <p:spPr>
          <a:xfrm>
            <a:off x="3420290" y="4350276"/>
            <a:ext cx="5334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b="1" dirty="0">
                <a:latin typeface="Aptos Narrow" panose="020B0004020202020204" pitchFamily="34" charset="0"/>
              </a:rPr>
              <a:t>Big Data y Machine Learnig para Economía Aplicada</a:t>
            </a:r>
          </a:p>
          <a:p>
            <a:pPr algn="ctr"/>
            <a:r>
              <a:rPr lang="es-CO" sz="1200" i="1" dirty="0">
                <a:latin typeface="Aptos Narrow" panose="020B0004020202020204" pitchFamily="34" charset="0"/>
              </a:rPr>
              <a:t>Luisa Vargas</a:t>
            </a:r>
          </a:p>
          <a:p>
            <a:pPr algn="ctr"/>
            <a:r>
              <a:rPr lang="es-CO" sz="1200" i="1" dirty="0">
                <a:latin typeface="Aptos Narrow" panose="020B0004020202020204" pitchFamily="34" charset="0"/>
              </a:rPr>
              <a:t>Paula Márquez</a:t>
            </a:r>
          </a:p>
          <a:p>
            <a:pPr algn="ctr"/>
            <a:r>
              <a:rPr lang="es-CO" sz="1200" i="1" dirty="0">
                <a:latin typeface="Aptos Narrow" panose="020B0004020202020204" pitchFamily="34" charset="0"/>
              </a:rPr>
              <a:t>Valentina Hernández</a:t>
            </a:r>
          </a:p>
          <a:p>
            <a:pPr algn="ctr"/>
            <a:r>
              <a:rPr lang="es-CO" sz="1200" dirty="0">
                <a:latin typeface="Aptos Narrow" panose="020B0004020202020204" pitchFamily="34" charset="0"/>
              </a:rPr>
              <a:t>2026-1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A8CC115A-8E12-9785-541B-9A351EEF7693}"/>
              </a:ext>
            </a:extLst>
          </p:cNvPr>
          <p:cNvGrpSpPr/>
          <p:nvPr/>
        </p:nvGrpSpPr>
        <p:grpSpPr>
          <a:xfrm>
            <a:off x="9818298" y="273960"/>
            <a:ext cx="2373702" cy="691515"/>
            <a:chOff x="338281" y="6096000"/>
            <a:chExt cx="2373702" cy="691515"/>
          </a:xfrm>
        </p:grpSpPr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B5D4D1D7-332E-1145-4E65-E998B0A39FDB}"/>
                </a:ext>
              </a:extLst>
            </p:cNvPr>
            <p:cNvSpPr/>
            <p:nvPr/>
          </p:nvSpPr>
          <p:spPr>
            <a:xfrm>
              <a:off x="338281" y="6096000"/>
              <a:ext cx="2373702" cy="6915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CFDB2B7E-C1E6-2C94-B3A9-7BC0B70E8F24}"/>
                </a:ext>
              </a:extLst>
            </p:cNvPr>
            <p:cNvGrpSpPr/>
            <p:nvPr/>
          </p:nvGrpSpPr>
          <p:grpSpPr>
            <a:xfrm>
              <a:off x="685800" y="6096000"/>
              <a:ext cx="1447800" cy="495372"/>
              <a:chOff x="582416" y="5645548"/>
              <a:chExt cx="2329523" cy="691515"/>
            </a:xfrm>
          </p:grpSpPr>
          <p:sp>
            <p:nvSpPr>
              <p:cNvPr id="2" name="object 2"/>
              <p:cNvSpPr/>
              <p:nvPr/>
            </p:nvSpPr>
            <p:spPr>
              <a:xfrm>
                <a:off x="582416" y="5645548"/>
                <a:ext cx="589915" cy="691515"/>
              </a:xfrm>
              <a:custGeom>
                <a:avLst/>
                <a:gdLst/>
                <a:ahLst/>
                <a:cxnLst/>
                <a:rect l="l" t="t" r="r" b="b"/>
                <a:pathLst>
                  <a:path w="589915" h="691514">
                    <a:moveTo>
                      <a:pt x="311958" y="97402"/>
                    </a:moveTo>
                    <a:lnTo>
                      <a:pt x="286126" y="97402"/>
                    </a:lnTo>
                    <a:lnTo>
                      <a:pt x="287264" y="104907"/>
                    </a:lnTo>
                    <a:lnTo>
                      <a:pt x="290172" y="124419"/>
                    </a:lnTo>
                    <a:lnTo>
                      <a:pt x="294174" y="152016"/>
                    </a:lnTo>
                    <a:lnTo>
                      <a:pt x="298270" y="181453"/>
                    </a:lnTo>
                    <a:lnTo>
                      <a:pt x="302721" y="200882"/>
                    </a:lnTo>
                    <a:lnTo>
                      <a:pt x="312125" y="239243"/>
                    </a:lnTo>
                    <a:lnTo>
                      <a:pt x="320584" y="296325"/>
                    </a:lnTo>
                    <a:lnTo>
                      <a:pt x="327583" y="362622"/>
                    </a:lnTo>
                    <a:lnTo>
                      <a:pt x="331926" y="440339"/>
                    </a:lnTo>
                    <a:lnTo>
                      <a:pt x="337659" y="553000"/>
                    </a:lnTo>
                    <a:lnTo>
                      <a:pt x="330998" y="595071"/>
                    </a:lnTo>
                    <a:lnTo>
                      <a:pt x="308224" y="625761"/>
                    </a:lnTo>
                    <a:lnTo>
                      <a:pt x="301539" y="633722"/>
                    </a:lnTo>
                    <a:lnTo>
                      <a:pt x="298270" y="648438"/>
                    </a:lnTo>
                    <a:lnTo>
                      <a:pt x="297656" y="661866"/>
                    </a:lnTo>
                    <a:lnTo>
                      <a:pt x="297595" y="673796"/>
                    </a:lnTo>
                    <a:lnTo>
                      <a:pt x="298650" y="681469"/>
                    </a:lnTo>
                    <a:lnTo>
                      <a:pt x="300971" y="691142"/>
                    </a:lnTo>
                    <a:lnTo>
                      <a:pt x="322460" y="690557"/>
                    </a:lnTo>
                    <a:lnTo>
                      <a:pt x="367010" y="684945"/>
                    </a:lnTo>
                    <a:lnTo>
                      <a:pt x="345996" y="683276"/>
                    </a:lnTo>
                    <a:lnTo>
                      <a:pt x="330662" y="664450"/>
                    </a:lnTo>
                    <a:lnTo>
                      <a:pt x="326610" y="656450"/>
                    </a:lnTo>
                    <a:lnTo>
                      <a:pt x="329311" y="656450"/>
                    </a:lnTo>
                    <a:lnTo>
                      <a:pt x="329311" y="643109"/>
                    </a:lnTo>
                    <a:lnTo>
                      <a:pt x="346960" y="604642"/>
                    </a:lnTo>
                    <a:lnTo>
                      <a:pt x="365755" y="584393"/>
                    </a:lnTo>
                    <a:lnTo>
                      <a:pt x="365755" y="579064"/>
                    </a:lnTo>
                    <a:lnTo>
                      <a:pt x="368456" y="568382"/>
                    </a:lnTo>
                    <a:lnTo>
                      <a:pt x="373472" y="527690"/>
                    </a:lnTo>
                    <a:lnTo>
                      <a:pt x="376212" y="475991"/>
                    </a:lnTo>
                    <a:lnTo>
                      <a:pt x="376422" y="425791"/>
                    </a:lnTo>
                    <a:lnTo>
                      <a:pt x="373847" y="389599"/>
                    </a:lnTo>
                    <a:lnTo>
                      <a:pt x="371211" y="374189"/>
                    </a:lnTo>
                    <a:lnTo>
                      <a:pt x="365920" y="344397"/>
                    </a:lnTo>
                    <a:lnTo>
                      <a:pt x="358857" y="303848"/>
                    </a:lnTo>
                    <a:lnTo>
                      <a:pt x="350910" y="256168"/>
                    </a:lnTo>
                    <a:lnTo>
                      <a:pt x="342956" y="212974"/>
                    </a:lnTo>
                    <a:lnTo>
                      <a:pt x="334782" y="181453"/>
                    </a:lnTo>
                    <a:lnTo>
                      <a:pt x="326043" y="151100"/>
                    </a:lnTo>
                    <a:lnTo>
                      <a:pt x="315816" y="109408"/>
                    </a:lnTo>
                    <a:lnTo>
                      <a:pt x="311958" y="97402"/>
                    </a:lnTo>
                    <a:close/>
                  </a:path>
                  <a:path w="589915" h="691514">
                    <a:moveTo>
                      <a:pt x="367433" y="684891"/>
                    </a:moveTo>
                    <a:lnTo>
                      <a:pt x="367010" y="684945"/>
                    </a:lnTo>
                    <a:lnTo>
                      <a:pt x="367274" y="684966"/>
                    </a:lnTo>
                    <a:lnTo>
                      <a:pt x="367433" y="684891"/>
                    </a:lnTo>
                    <a:close/>
                  </a:path>
                  <a:path w="589915" h="691514">
                    <a:moveTo>
                      <a:pt x="558230" y="26681"/>
                    </a:moveTo>
                    <a:lnTo>
                      <a:pt x="294218" y="26681"/>
                    </a:lnTo>
                    <a:lnTo>
                      <a:pt x="355567" y="27369"/>
                    </a:lnTo>
                    <a:lnTo>
                      <a:pt x="400339" y="32185"/>
                    </a:lnTo>
                    <a:lnTo>
                      <a:pt x="450425" y="45256"/>
                    </a:lnTo>
                    <a:lnTo>
                      <a:pt x="527715" y="70709"/>
                    </a:lnTo>
                    <a:lnTo>
                      <a:pt x="527669" y="553000"/>
                    </a:lnTo>
                    <a:lnTo>
                      <a:pt x="527061" y="579143"/>
                    </a:lnTo>
                    <a:lnTo>
                      <a:pt x="522484" y="595736"/>
                    </a:lnTo>
                    <a:lnTo>
                      <a:pt x="510061" y="607327"/>
                    </a:lnTo>
                    <a:lnTo>
                      <a:pt x="485869" y="620421"/>
                    </a:lnTo>
                    <a:lnTo>
                      <a:pt x="409049" y="665390"/>
                    </a:lnTo>
                    <a:lnTo>
                      <a:pt x="367433" y="684891"/>
                    </a:lnTo>
                    <a:lnTo>
                      <a:pt x="378743" y="683466"/>
                    </a:lnTo>
                    <a:lnTo>
                      <a:pt x="457548" y="661866"/>
                    </a:lnTo>
                    <a:lnTo>
                      <a:pt x="546601" y="617751"/>
                    </a:lnTo>
                    <a:lnTo>
                      <a:pt x="583618" y="580044"/>
                    </a:lnTo>
                    <a:lnTo>
                      <a:pt x="589797" y="551047"/>
                    </a:lnTo>
                    <a:lnTo>
                      <a:pt x="589797" y="32022"/>
                    </a:lnTo>
                    <a:lnTo>
                      <a:pt x="560485" y="27018"/>
                    </a:lnTo>
                    <a:lnTo>
                      <a:pt x="558230" y="26681"/>
                    </a:lnTo>
                    <a:close/>
                  </a:path>
                  <a:path w="589915" h="691514">
                    <a:moveTo>
                      <a:pt x="292867" y="0"/>
                    </a:moveTo>
                    <a:lnTo>
                      <a:pt x="228905" y="2372"/>
                    </a:lnTo>
                    <a:lnTo>
                      <a:pt x="162655" y="8302"/>
                    </a:lnTo>
                    <a:lnTo>
                      <a:pt x="100378" y="16011"/>
                    </a:lnTo>
                    <a:lnTo>
                      <a:pt x="48336" y="23720"/>
                    </a:lnTo>
                    <a:lnTo>
                      <a:pt x="0" y="32022"/>
                    </a:lnTo>
                    <a:lnTo>
                      <a:pt x="61" y="548376"/>
                    </a:lnTo>
                    <a:lnTo>
                      <a:pt x="1771" y="585444"/>
                    </a:lnTo>
                    <a:lnTo>
                      <a:pt x="14171" y="609085"/>
                    </a:lnTo>
                    <a:lnTo>
                      <a:pt x="47829" y="627721"/>
                    </a:lnTo>
                    <a:lnTo>
                      <a:pt x="113372" y="651109"/>
                    </a:lnTo>
                    <a:lnTo>
                      <a:pt x="87770" y="631303"/>
                    </a:lnTo>
                    <a:lnTo>
                      <a:pt x="73555" y="603744"/>
                    </a:lnTo>
                    <a:lnTo>
                      <a:pt x="67439" y="574184"/>
                    </a:lnTo>
                    <a:lnTo>
                      <a:pt x="66132" y="548376"/>
                    </a:lnTo>
                    <a:lnTo>
                      <a:pt x="66132" y="70709"/>
                    </a:lnTo>
                    <a:lnTo>
                      <a:pt x="87537" y="63830"/>
                    </a:lnTo>
                    <a:lnTo>
                      <a:pt x="142219" y="48695"/>
                    </a:lnTo>
                    <a:lnTo>
                      <a:pt x="215879" y="33561"/>
                    </a:lnTo>
                    <a:lnTo>
                      <a:pt x="294218" y="26681"/>
                    </a:lnTo>
                    <a:lnTo>
                      <a:pt x="558230" y="26681"/>
                    </a:lnTo>
                    <a:lnTo>
                      <a:pt x="486886" y="16011"/>
                    </a:lnTo>
                    <a:lnTo>
                      <a:pt x="390510" y="5003"/>
                    </a:lnTo>
                    <a:lnTo>
                      <a:pt x="292867" y="0"/>
                    </a:lnTo>
                    <a:close/>
                  </a:path>
                  <a:path w="589915" h="691514">
                    <a:moveTo>
                      <a:pt x="284775" y="46698"/>
                    </a:moveTo>
                    <a:lnTo>
                      <a:pt x="261826" y="98726"/>
                    </a:lnTo>
                    <a:lnTo>
                      <a:pt x="251961" y="152016"/>
                    </a:lnTo>
                    <a:lnTo>
                      <a:pt x="246898" y="196759"/>
                    </a:lnTo>
                    <a:lnTo>
                      <a:pt x="242830" y="248167"/>
                    </a:lnTo>
                    <a:lnTo>
                      <a:pt x="241590" y="272180"/>
                    </a:lnTo>
                    <a:lnTo>
                      <a:pt x="236862" y="348067"/>
                    </a:lnTo>
                    <a:lnTo>
                      <a:pt x="228084" y="487002"/>
                    </a:lnTo>
                    <a:lnTo>
                      <a:pt x="228147" y="489107"/>
                    </a:lnTo>
                    <a:lnTo>
                      <a:pt x="228590" y="492838"/>
                    </a:lnTo>
                    <a:lnTo>
                      <a:pt x="229793" y="494315"/>
                    </a:lnTo>
                    <a:lnTo>
                      <a:pt x="232135" y="489661"/>
                    </a:lnTo>
                    <a:lnTo>
                      <a:pt x="236333" y="462103"/>
                    </a:lnTo>
                    <a:lnTo>
                      <a:pt x="243441" y="405274"/>
                    </a:lnTo>
                    <a:lnTo>
                      <a:pt x="251309" y="339936"/>
                    </a:lnTo>
                    <a:lnTo>
                      <a:pt x="257786" y="286856"/>
                    </a:lnTo>
                    <a:lnTo>
                      <a:pt x="259826" y="267637"/>
                    </a:lnTo>
                    <a:lnTo>
                      <a:pt x="262054" y="247705"/>
                    </a:lnTo>
                    <a:lnTo>
                      <a:pt x="264422" y="228695"/>
                    </a:lnTo>
                    <a:lnTo>
                      <a:pt x="267229" y="209470"/>
                    </a:lnTo>
                    <a:lnTo>
                      <a:pt x="272270" y="171698"/>
                    </a:lnTo>
                    <a:lnTo>
                      <a:pt x="277184" y="138428"/>
                    </a:lnTo>
                    <a:lnTo>
                      <a:pt x="281844" y="112661"/>
                    </a:lnTo>
                    <a:lnTo>
                      <a:pt x="286126" y="97402"/>
                    </a:lnTo>
                    <a:lnTo>
                      <a:pt x="311958" y="97402"/>
                    </a:lnTo>
                    <a:lnTo>
                      <a:pt x="308687" y="87227"/>
                    </a:lnTo>
                    <a:lnTo>
                      <a:pt x="299283" y="67046"/>
                    </a:lnTo>
                    <a:lnTo>
                      <a:pt x="290385" y="52369"/>
                    </a:lnTo>
                    <a:lnTo>
                      <a:pt x="284775" y="4669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grpSp>
            <p:nvGrpSpPr>
              <p:cNvPr id="3" name="object 3"/>
              <p:cNvGrpSpPr/>
              <p:nvPr/>
            </p:nvGrpSpPr>
            <p:grpSpPr>
              <a:xfrm>
                <a:off x="2654129" y="5677571"/>
                <a:ext cx="257810" cy="194945"/>
                <a:chOff x="2654129" y="5677571"/>
                <a:chExt cx="257810" cy="194945"/>
              </a:xfrm>
            </p:grpSpPr>
            <p:sp>
              <p:nvSpPr>
                <p:cNvPr id="4" name="object 4"/>
                <p:cNvSpPr/>
                <p:nvPr/>
              </p:nvSpPr>
              <p:spPr>
                <a:xfrm>
                  <a:off x="2654129" y="5677571"/>
                  <a:ext cx="114688" cy="194794"/>
                </a:xfrm>
                <a:prstGeom prst="rect">
                  <a:avLst/>
                </a:prstGeom>
                <a:blipFill>
                  <a:blip r:embed="rId2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5" name="object 5"/>
                <p:cNvSpPr/>
                <p:nvPr/>
              </p:nvSpPr>
              <p:spPr>
                <a:xfrm>
                  <a:off x="2797180" y="5729599"/>
                  <a:ext cx="114688" cy="142766"/>
                </a:xfrm>
                <a:prstGeom prst="rect">
                  <a:avLst/>
                </a:prstGeom>
                <a:blipFill>
                  <a:blip r:embed="rId3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grpSp>
            <p:nvGrpSpPr>
              <p:cNvPr id="6" name="object 6"/>
              <p:cNvGrpSpPr/>
              <p:nvPr/>
            </p:nvGrpSpPr>
            <p:grpSpPr>
              <a:xfrm>
                <a:off x="1276131" y="5935075"/>
                <a:ext cx="447040" cy="307340"/>
                <a:chOff x="1276131" y="5935075"/>
                <a:chExt cx="447040" cy="307340"/>
              </a:xfrm>
            </p:grpSpPr>
            <p:sp>
              <p:nvSpPr>
                <p:cNvPr id="7" name="object 7"/>
                <p:cNvSpPr/>
                <p:nvPr/>
              </p:nvSpPr>
              <p:spPr>
                <a:xfrm>
                  <a:off x="1276131" y="5935075"/>
                  <a:ext cx="50165" cy="302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65" h="302895">
                      <a:moveTo>
                        <a:pt x="49938" y="0"/>
                      </a:moveTo>
                      <a:lnTo>
                        <a:pt x="0" y="0"/>
                      </a:lnTo>
                      <a:lnTo>
                        <a:pt x="0" y="302878"/>
                      </a:lnTo>
                      <a:lnTo>
                        <a:pt x="49938" y="302878"/>
                      </a:lnTo>
                      <a:lnTo>
                        <a:pt x="499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8" name="object 8"/>
                <p:cNvSpPr/>
                <p:nvPr/>
              </p:nvSpPr>
              <p:spPr>
                <a:xfrm>
                  <a:off x="1369255" y="6017801"/>
                  <a:ext cx="183558" cy="224157"/>
                </a:xfrm>
                <a:prstGeom prst="rect">
                  <a:avLst/>
                </a:prstGeom>
                <a:blipFill>
                  <a:blip r:embed="rId4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9" name="object 9"/>
                <p:cNvSpPr/>
                <p:nvPr/>
              </p:nvSpPr>
              <p:spPr>
                <a:xfrm>
                  <a:off x="1583855" y="6020117"/>
                  <a:ext cx="139033" cy="220840"/>
                </a:xfrm>
                <a:prstGeom prst="rect">
                  <a:avLst/>
                </a:prstGeom>
                <a:blipFill>
                  <a:blip r:embed="rId5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grpSp>
            <p:nvGrpSpPr>
              <p:cNvPr id="10" name="object 10"/>
              <p:cNvGrpSpPr/>
              <p:nvPr/>
            </p:nvGrpSpPr>
            <p:grpSpPr>
              <a:xfrm>
                <a:off x="1834876" y="5937745"/>
                <a:ext cx="456565" cy="300355"/>
                <a:chOff x="1834876" y="5937745"/>
                <a:chExt cx="456565" cy="300355"/>
              </a:xfrm>
            </p:grpSpPr>
            <p:sp>
              <p:nvSpPr>
                <p:cNvPr id="11" name="object 11"/>
                <p:cNvSpPr/>
                <p:nvPr/>
              </p:nvSpPr>
              <p:spPr>
                <a:xfrm>
                  <a:off x="1834876" y="5937745"/>
                  <a:ext cx="252729" cy="300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730" h="300354">
                      <a:moveTo>
                        <a:pt x="152505" y="0"/>
                      </a:moveTo>
                      <a:lnTo>
                        <a:pt x="99832" y="0"/>
                      </a:lnTo>
                      <a:lnTo>
                        <a:pt x="0" y="300208"/>
                      </a:lnTo>
                      <a:lnTo>
                        <a:pt x="49972" y="300208"/>
                      </a:lnTo>
                      <a:lnTo>
                        <a:pt x="74283" y="222822"/>
                      </a:lnTo>
                      <a:lnTo>
                        <a:pt x="226603" y="222822"/>
                      </a:lnTo>
                      <a:lnTo>
                        <a:pt x="215954" y="190799"/>
                      </a:lnTo>
                      <a:lnTo>
                        <a:pt x="82386" y="190799"/>
                      </a:lnTo>
                      <a:lnTo>
                        <a:pt x="116039" y="85397"/>
                      </a:lnTo>
                      <a:lnTo>
                        <a:pt x="118824" y="74137"/>
                      </a:lnTo>
                      <a:lnTo>
                        <a:pt x="121104" y="64378"/>
                      </a:lnTo>
                      <a:lnTo>
                        <a:pt x="122876" y="56121"/>
                      </a:lnTo>
                      <a:lnTo>
                        <a:pt x="124142" y="49368"/>
                      </a:lnTo>
                      <a:lnTo>
                        <a:pt x="168922" y="49368"/>
                      </a:lnTo>
                      <a:lnTo>
                        <a:pt x="152505" y="0"/>
                      </a:lnTo>
                      <a:close/>
                    </a:path>
                    <a:path w="252730" h="300354">
                      <a:moveTo>
                        <a:pt x="226603" y="222822"/>
                      </a:moveTo>
                      <a:lnTo>
                        <a:pt x="171413" y="222822"/>
                      </a:lnTo>
                      <a:lnTo>
                        <a:pt x="194374" y="300208"/>
                      </a:lnTo>
                      <a:lnTo>
                        <a:pt x="252337" y="300208"/>
                      </a:lnTo>
                      <a:lnTo>
                        <a:pt x="226603" y="222822"/>
                      </a:lnTo>
                      <a:close/>
                    </a:path>
                    <a:path w="252730" h="300354">
                      <a:moveTo>
                        <a:pt x="168922" y="49368"/>
                      </a:moveTo>
                      <a:lnTo>
                        <a:pt x="125493" y="49368"/>
                      </a:lnTo>
                      <a:lnTo>
                        <a:pt x="126759" y="56872"/>
                      </a:lnTo>
                      <a:lnTo>
                        <a:pt x="128532" y="65380"/>
                      </a:lnTo>
                      <a:lnTo>
                        <a:pt x="130811" y="74888"/>
                      </a:lnTo>
                      <a:lnTo>
                        <a:pt x="133597" y="85397"/>
                      </a:lnTo>
                      <a:lnTo>
                        <a:pt x="164660" y="190799"/>
                      </a:lnTo>
                      <a:lnTo>
                        <a:pt x="215954" y="190799"/>
                      </a:lnTo>
                      <a:lnTo>
                        <a:pt x="168922" y="493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2" name="object 12"/>
                <p:cNvSpPr/>
                <p:nvPr/>
              </p:nvSpPr>
              <p:spPr>
                <a:xfrm>
                  <a:off x="2119628" y="6017801"/>
                  <a:ext cx="171414" cy="220151"/>
                </a:xfrm>
                <a:prstGeom prst="rect">
                  <a:avLst/>
                </a:prstGeom>
                <a:blipFill>
                  <a:blip r:embed="rId6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grpSp>
            <p:nvGrpSpPr>
              <p:cNvPr id="13" name="object 13"/>
              <p:cNvGrpSpPr/>
              <p:nvPr/>
            </p:nvGrpSpPr>
            <p:grpSpPr>
              <a:xfrm>
                <a:off x="2335612" y="5937745"/>
                <a:ext cx="574040" cy="306070"/>
                <a:chOff x="2335612" y="5937745"/>
                <a:chExt cx="574040" cy="306070"/>
              </a:xfrm>
            </p:grpSpPr>
            <p:sp>
              <p:nvSpPr>
                <p:cNvPr id="14" name="object 14"/>
                <p:cNvSpPr/>
                <p:nvPr/>
              </p:nvSpPr>
              <p:spPr>
                <a:xfrm>
                  <a:off x="2335612" y="5937745"/>
                  <a:ext cx="179705" cy="306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705" h="306070">
                      <a:moveTo>
                        <a:pt x="95780" y="84061"/>
                      </a:moveTo>
                      <a:lnTo>
                        <a:pt x="57344" y="91231"/>
                      </a:lnTo>
                      <a:lnTo>
                        <a:pt x="15384" y="129905"/>
                      </a:lnTo>
                      <a:lnTo>
                        <a:pt x="1751" y="171393"/>
                      </a:lnTo>
                      <a:lnTo>
                        <a:pt x="0" y="196140"/>
                      </a:lnTo>
                      <a:lnTo>
                        <a:pt x="1751" y="220090"/>
                      </a:lnTo>
                      <a:lnTo>
                        <a:pt x="15384" y="260491"/>
                      </a:lnTo>
                      <a:lnTo>
                        <a:pt x="42230" y="289218"/>
                      </a:lnTo>
                      <a:lnTo>
                        <a:pt x="79717" y="303775"/>
                      </a:lnTo>
                      <a:lnTo>
                        <a:pt x="102533" y="305548"/>
                      </a:lnTo>
                      <a:lnTo>
                        <a:pt x="125577" y="304547"/>
                      </a:lnTo>
                      <a:lnTo>
                        <a:pt x="146090" y="301544"/>
                      </a:lnTo>
                      <a:lnTo>
                        <a:pt x="164070" y="296541"/>
                      </a:lnTo>
                      <a:lnTo>
                        <a:pt x="179517" y="289537"/>
                      </a:lnTo>
                      <a:lnTo>
                        <a:pt x="178167" y="289537"/>
                      </a:lnTo>
                      <a:lnTo>
                        <a:pt x="178167" y="274861"/>
                      </a:lnTo>
                      <a:lnTo>
                        <a:pt x="103883" y="274861"/>
                      </a:lnTo>
                      <a:lnTo>
                        <a:pt x="63253" y="254177"/>
                      </a:lnTo>
                      <a:lnTo>
                        <a:pt x="49972" y="193470"/>
                      </a:lnTo>
                      <a:lnTo>
                        <a:pt x="53711" y="157463"/>
                      </a:lnTo>
                      <a:lnTo>
                        <a:pt x="64772" y="131590"/>
                      </a:lnTo>
                      <a:lnTo>
                        <a:pt x="82924" y="115976"/>
                      </a:lnTo>
                      <a:lnTo>
                        <a:pt x="107935" y="110743"/>
                      </a:lnTo>
                      <a:lnTo>
                        <a:pt x="178167" y="110743"/>
                      </a:lnTo>
                      <a:lnTo>
                        <a:pt x="178167" y="88056"/>
                      </a:lnTo>
                      <a:lnTo>
                        <a:pt x="128194" y="88056"/>
                      </a:lnTo>
                      <a:lnTo>
                        <a:pt x="121420" y="86310"/>
                      </a:lnTo>
                      <a:lnTo>
                        <a:pt x="113506" y="85061"/>
                      </a:lnTo>
                      <a:lnTo>
                        <a:pt x="104833" y="84312"/>
                      </a:lnTo>
                      <a:lnTo>
                        <a:pt x="95780" y="84061"/>
                      </a:lnTo>
                      <a:close/>
                    </a:path>
                    <a:path w="179705" h="306070">
                      <a:moveTo>
                        <a:pt x="178167" y="110743"/>
                      </a:moveTo>
                      <a:lnTo>
                        <a:pt x="116039" y="110743"/>
                      </a:lnTo>
                      <a:lnTo>
                        <a:pt x="129545" y="113413"/>
                      </a:lnTo>
                      <a:lnTo>
                        <a:pt x="129545" y="268185"/>
                      </a:lnTo>
                      <a:lnTo>
                        <a:pt x="124965" y="270730"/>
                      </a:lnTo>
                      <a:lnTo>
                        <a:pt x="119246" y="272525"/>
                      </a:lnTo>
                      <a:lnTo>
                        <a:pt x="112261" y="273818"/>
                      </a:lnTo>
                      <a:lnTo>
                        <a:pt x="103883" y="274861"/>
                      </a:lnTo>
                      <a:lnTo>
                        <a:pt x="178167" y="274861"/>
                      </a:lnTo>
                      <a:lnTo>
                        <a:pt x="178167" y="110743"/>
                      </a:lnTo>
                      <a:close/>
                    </a:path>
                    <a:path w="179705" h="306070">
                      <a:moveTo>
                        <a:pt x="178166" y="0"/>
                      </a:moveTo>
                      <a:lnTo>
                        <a:pt x="128194" y="0"/>
                      </a:lnTo>
                      <a:lnTo>
                        <a:pt x="128194" y="88056"/>
                      </a:lnTo>
                      <a:lnTo>
                        <a:pt x="178167" y="88056"/>
                      </a:lnTo>
                      <a:lnTo>
                        <a:pt x="17816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5" name="object 15"/>
                <p:cNvSpPr/>
                <p:nvPr/>
              </p:nvSpPr>
              <p:spPr>
                <a:xfrm>
                  <a:off x="2558326" y="6015131"/>
                  <a:ext cx="180778" cy="225492"/>
                </a:xfrm>
                <a:prstGeom prst="rect">
                  <a:avLst/>
                </a:prstGeom>
                <a:blipFill>
                  <a:blip r:embed="rId7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6" name="object 16"/>
                <p:cNvSpPr/>
                <p:nvPr/>
              </p:nvSpPr>
              <p:spPr>
                <a:xfrm>
                  <a:off x="2770168" y="6020117"/>
                  <a:ext cx="138999" cy="220840"/>
                </a:xfrm>
                <a:prstGeom prst="rect">
                  <a:avLst/>
                </a:prstGeom>
                <a:blipFill>
                  <a:blip r:embed="rId8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grpSp>
            <p:nvGrpSpPr>
              <p:cNvPr id="17" name="object 17"/>
              <p:cNvGrpSpPr/>
              <p:nvPr/>
            </p:nvGrpSpPr>
            <p:grpSpPr>
              <a:xfrm>
                <a:off x="1274781" y="5678906"/>
                <a:ext cx="1281430" cy="194945"/>
                <a:chOff x="1274781" y="5678906"/>
                <a:chExt cx="1281430" cy="194945"/>
              </a:xfrm>
            </p:grpSpPr>
            <p:sp>
              <p:nvSpPr>
                <p:cNvPr id="18" name="object 18"/>
                <p:cNvSpPr/>
                <p:nvPr/>
              </p:nvSpPr>
              <p:spPr>
                <a:xfrm>
                  <a:off x="1427286" y="5729599"/>
                  <a:ext cx="109331" cy="141430"/>
                </a:xfrm>
                <a:prstGeom prst="rect">
                  <a:avLst/>
                </a:prstGeom>
                <a:blipFill>
                  <a:blip r:embed="rId9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" name="object 19"/>
                <p:cNvSpPr/>
                <p:nvPr/>
              </p:nvSpPr>
              <p:spPr>
                <a:xfrm>
                  <a:off x="1569010" y="5678906"/>
                  <a:ext cx="35560" cy="192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59" h="192404">
                      <a:moveTo>
                        <a:pt x="33731" y="53363"/>
                      </a:moveTo>
                      <a:lnTo>
                        <a:pt x="2689" y="53363"/>
                      </a:lnTo>
                      <a:lnTo>
                        <a:pt x="2689" y="192123"/>
                      </a:lnTo>
                      <a:lnTo>
                        <a:pt x="33731" y="192123"/>
                      </a:lnTo>
                      <a:lnTo>
                        <a:pt x="33731" y="53363"/>
                      </a:lnTo>
                      <a:close/>
                    </a:path>
                    <a:path w="35559" h="192404">
                      <a:moveTo>
                        <a:pt x="22937" y="0"/>
                      </a:moveTo>
                      <a:lnTo>
                        <a:pt x="13494" y="0"/>
                      </a:lnTo>
                      <a:lnTo>
                        <a:pt x="9442" y="1335"/>
                      </a:lnTo>
                      <a:lnTo>
                        <a:pt x="1339" y="6664"/>
                      </a:lnTo>
                      <a:lnTo>
                        <a:pt x="0" y="10670"/>
                      </a:lnTo>
                      <a:lnTo>
                        <a:pt x="0" y="18670"/>
                      </a:lnTo>
                      <a:lnTo>
                        <a:pt x="2689" y="22676"/>
                      </a:lnTo>
                      <a:lnTo>
                        <a:pt x="8092" y="28016"/>
                      </a:lnTo>
                      <a:lnTo>
                        <a:pt x="12144" y="29352"/>
                      </a:lnTo>
                      <a:lnTo>
                        <a:pt x="21587" y="29352"/>
                      </a:lnTo>
                      <a:lnTo>
                        <a:pt x="26989" y="28016"/>
                      </a:lnTo>
                      <a:lnTo>
                        <a:pt x="29690" y="25346"/>
                      </a:lnTo>
                      <a:lnTo>
                        <a:pt x="33731" y="22676"/>
                      </a:lnTo>
                      <a:lnTo>
                        <a:pt x="35081" y="18670"/>
                      </a:lnTo>
                      <a:lnTo>
                        <a:pt x="35081" y="10670"/>
                      </a:lnTo>
                      <a:lnTo>
                        <a:pt x="33731" y="6664"/>
                      </a:lnTo>
                      <a:lnTo>
                        <a:pt x="29690" y="3994"/>
                      </a:lnTo>
                      <a:lnTo>
                        <a:pt x="26989" y="1335"/>
                      </a:lnTo>
                      <a:lnTo>
                        <a:pt x="2293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" name="object 20"/>
                <p:cNvSpPr/>
                <p:nvPr/>
              </p:nvSpPr>
              <p:spPr>
                <a:xfrm>
                  <a:off x="1625690" y="5729599"/>
                  <a:ext cx="252405" cy="142766"/>
                </a:xfrm>
                <a:prstGeom prst="rect">
                  <a:avLst/>
                </a:prstGeom>
                <a:blipFill>
                  <a:blip r:embed="rId10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1" name="object 21"/>
                <p:cNvSpPr/>
                <p:nvPr/>
              </p:nvSpPr>
              <p:spPr>
                <a:xfrm>
                  <a:off x="1907808" y="5729599"/>
                  <a:ext cx="167362" cy="142766"/>
                </a:xfrm>
                <a:prstGeom prst="rect">
                  <a:avLst/>
                </a:prstGeom>
                <a:blipFill>
                  <a:blip r:embed="rId11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2" name="object 22"/>
                <p:cNvSpPr/>
                <p:nvPr/>
              </p:nvSpPr>
              <p:spPr>
                <a:xfrm>
                  <a:off x="2102070" y="5678906"/>
                  <a:ext cx="35560" cy="192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60" h="192404">
                      <a:moveTo>
                        <a:pt x="32414" y="53363"/>
                      </a:moveTo>
                      <a:lnTo>
                        <a:pt x="1350" y="53363"/>
                      </a:lnTo>
                      <a:lnTo>
                        <a:pt x="1350" y="192123"/>
                      </a:lnTo>
                      <a:lnTo>
                        <a:pt x="32414" y="192123"/>
                      </a:lnTo>
                      <a:lnTo>
                        <a:pt x="32414" y="53363"/>
                      </a:lnTo>
                      <a:close/>
                    </a:path>
                    <a:path w="35560" h="192404">
                      <a:moveTo>
                        <a:pt x="22960" y="0"/>
                      </a:moveTo>
                      <a:lnTo>
                        <a:pt x="13506" y="0"/>
                      </a:lnTo>
                      <a:lnTo>
                        <a:pt x="8103" y="1335"/>
                      </a:lnTo>
                      <a:lnTo>
                        <a:pt x="5402" y="3994"/>
                      </a:lnTo>
                      <a:lnTo>
                        <a:pt x="1350" y="6664"/>
                      </a:lnTo>
                      <a:lnTo>
                        <a:pt x="0" y="10670"/>
                      </a:lnTo>
                      <a:lnTo>
                        <a:pt x="0" y="18670"/>
                      </a:lnTo>
                      <a:lnTo>
                        <a:pt x="2701" y="22676"/>
                      </a:lnTo>
                      <a:lnTo>
                        <a:pt x="8103" y="28016"/>
                      </a:lnTo>
                      <a:lnTo>
                        <a:pt x="12155" y="29352"/>
                      </a:lnTo>
                      <a:lnTo>
                        <a:pt x="21609" y="29352"/>
                      </a:lnTo>
                      <a:lnTo>
                        <a:pt x="27012" y="28016"/>
                      </a:lnTo>
                      <a:lnTo>
                        <a:pt x="29713" y="25346"/>
                      </a:lnTo>
                      <a:lnTo>
                        <a:pt x="33765" y="22676"/>
                      </a:lnTo>
                      <a:lnTo>
                        <a:pt x="35115" y="18670"/>
                      </a:lnTo>
                      <a:lnTo>
                        <a:pt x="35115" y="10670"/>
                      </a:lnTo>
                      <a:lnTo>
                        <a:pt x="32414" y="6664"/>
                      </a:lnTo>
                      <a:lnTo>
                        <a:pt x="27012" y="1335"/>
                      </a:lnTo>
                      <a:lnTo>
                        <a:pt x="2296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3" name="object 23"/>
                <p:cNvSpPr/>
                <p:nvPr/>
              </p:nvSpPr>
              <p:spPr>
                <a:xfrm>
                  <a:off x="2165548" y="5678906"/>
                  <a:ext cx="114688" cy="194794"/>
                </a:xfrm>
                <a:prstGeom prst="rect">
                  <a:avLst/>
                </a:prstGeom>
                <a:blipFill>
                  <a:blip r:embed="rId12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4" name="object 24"/>
                <p:cNvSpPr/>
                <p:nvPr/>
              </p:nvSpPr>
              <p:spPr>
                <a:xfrm>
                  <a:off x="2305898" y="5729599"/>
                  <a:ext cx="106585" cy="142766"/>
                </a:xfrm>
                <a:prstGeom prst="rect">
                  <a:avLst/>
                </a:prstGeom>
                <a:blipFill>
                  <a:blip r:embed="rId13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5" name="object 25"/>
                <p:cNvSpPr/>
                <p:nvPr/>
              </p:nvSpPr>
              <p:spPr>
                <a:xfrm>
                  <a:off x="2440846" y="5678906"/>
                  <a:ext cx="114801" cy="194794"/>
                </a:xfrm>
                <a:prstGeom prst="rect">
                  <a:avLst/>
                </a:prstGeom>
                <a:blipFill>
                  <a:blip r:embed="rId14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6" name="object 26"/>
                <p:cNvSpPr/>
                <p:nvPr/>
              </p:nvSpPr>
              <p:spPr>
                <a:xfrm>
                  <a:off x="1274781" y="5678906"/>
                  <a:ext cx="117423" cy="193459"/>
                </a:xfrm>
                <a:prstGeom prst="rect">
                  <a:avLst/>
                </a:prstGeom>
                <a:blipFill>
                  <a:blip r:embed="rId15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</p:grpSp>
      </p:grp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F4E12F0-5D66-CF0B-BECC-DE7025CE3A31}"/>
              </a:ext>
            </a:extLst>
          </p:cNvPr>
          <p:cNvSpPr/>
          <p:nvPr/>
        </p:nvSpPr>
        <p:spPr>
          <a:xfrm>
            <a:off x="6858000" y="6096000"/>
            <a:ext cx="2209800" cy="6915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object 62">
            <a:extLst>
              <a:ext uri="{FF2B5EF4-FFF2-40B4-BE49-F238E27FC236}">
                <a16:creationId xmlns:a16="http://schemas.microsoft.com/office/drawing/2014/main" id="{26E9C9B7-441D-204D-9AE5-4660B5FC2ECF}"/>
              </a:ext>
            </a:extLst>
          </p:cNvPr>
          <p:cNvSpPr txBox="1">
            <a:spLocks/>
          </p:cNvSpPr>
          <p:nvPr/>
        </p:nvSpPr>
        <p:spPr>
          <a:xfrm>
            <a:off x="2097916" y="2905635"/>
            <a:ext cx="824009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6000" b="1" i="0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R="5080" algn="ctr">
              <a:spcBef>
                <a:spcPts val="100"/>
              </a:spcBef>
            </a:pPr>
            <a:r>
              <a:rPr lang="es-CO" sz="4400" kern="0" spc="-25" dirty="0">
                <a:solidFill>
                  <a:schemeClr val="tx2"/>
                </a:solidFill>
                <a:latin typeface="Aptos Narrow" panose="020B0004020202020204" pitchFamily="34" charset="0"/>
              </a:rPr>
              <a:t>Perfil edad–ingreso laboral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E11AB28-7BA4-D6C0-1D6C-6BEE424E1C8A}"/>
              </a:ext>
            </a:extLst>
          </p:cNvPr>
          <p:cNvSpPr/>
          <p:nvPr/>
        </p:nvSpPr>
        <p:spPr>
          <a:xfrm>
            <a:off x="609600" y="6019983"/>
            <a:ext cx="2209800" cy="6915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DE1E234-B946-40C5-51DF-A20AEABBAA11}"/>
              </a:ext>
            </a:extLst>
          </p:cNvPr>
          <p:cNvSpPr txBox="1"/>
          <p:nvPr/>
        </p:nvSpPr>
        <p:spPr>
          <a:xfrm>
            <a:off x="609600" y="6226043"/>
            <a:ext cx="533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i="1" dirty="0">
                <a:solidFill>
                  <a:schemeClr val="tx2"/>
                </a:solidFill>
                <a:latin typeface="Aptos Narrow" panose="020B0004020202020204" pitchFamily="34" charset="0"/>
              </a:rPr>
              <a:t>MECA 4107 – </a:t>
            </a:r>
            <a:r>
              <a:rPr lang="es-CO" sz="1200" i="1" dirty="0" err="1">
                <a:solidFill>
                  <a:schemeClr val="tx2"/>
                </a:solidFill>
                <a:latin typeface="Aptos Narrow" panose="020B0004020202020204" pitchFamily="34" charset="0"/>
              </a:rPr>
              <a:t>Problem</a:t>
            </a:r>
            <a:r>
              <a:rPr lang="es-CO" sz="1200" i="1" dirty="0">
                <a:solidFill>
                  <a:schemeClr val="tx2"/>
                </a:solidFill>
                <a:latin typeface="Aptos Narrow" panose="020B0004020202020204" pitchFamily="34" charset="0"/>
              </a:rPr>
              <a:t> Set 1: </a:t>
            </a:r>
            <a:r>
              <a:rPr lang="es-CO" sz="1200" i="1" dirty="0" err="1">
                <a:solidFill>
                  <a:schemeClr val="tx2"/>
                </a:solidFill>
                <a:latin typeface="Aptos Narrow" panose="020B0004020202020204" pitchFamily="34" charset="0"/>
              </a:rPr>
              <a:t>Predicting</a:t>
            </a:r>
            <a:r>
              <a:rPr lang="es-CO" sz="1200" i="1" dirty="0">
                <a:solidFill>
                  <a:schemeClr val="tx2"/>
                </a:solidFill>
                <a:latin typeface="Aptos Narrow" panose="020B0004020202020204" pitchFamily="34" charset="0"/>
              </a:rPr>
              <a:t> </a:t>
            </a:r>
            <a:r>
              <a:rPr lang="es-CO" sz="1200" i="1" dirty="0" err="1">
                <a:solidFill>
                  <a:schemeClr val="tx2"/>
                </a:solidFill>
                <a:latin typeface="Aptos Narrow" panose="020B0004020202020204" pitchFamily="34" charset="0"/>
              </a:rPr>
              <a:t>Income</a:t>
            </a:r>
            <a:endParaRPr lang="es-CO" sz="1050" i="1" dirty="0">
              <a:solidFill>
                <a:schemeClr val="tx2"/>
              </a:solidFill>
              <a:latin typeface="Aptos Narrow" panose="020B0004020202020204" pitchFamily="34" charset="0"/>
            </a:endParaRPr>
          </a:p>
        </p:txBody>
      </p:sp>
      <p:sp>
        <p:nvSpPr>
          <p:cNvPr id="34" name="Triángulo 33">
            <a:extLst>
              <a:ext uri="{FF2B5EF4-FFF2-40B4-BE49-F238E27FC236}">
                <a16:creationId xmlns:a16="http://schemas.microsoft.com/office/drawing/2014/main" id="{ADFD9DC2-2D26-A473-A4D3-4FE6C9B17EBD}"/>
              </a:ext>
            </a:extLst>
          </p:cNvPr>
          <p:cNvSpPr/>
          <p:nvPr/>
        </p:nvSpPr>
        <p:spPr>
          <a:xfrm rot="5400000">
            <a:off x="8518791" y="6142961"/>
            <a:ext cx="488417" cy="483199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</TotalTime>
  <Words>31</Words>
  <Application>Microsoft Macintosh PowerPoint</Application>
  <PresentationFormat>Panorámica</PresentationFormat>
  <Paragraphs>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 Narrow</vt:lpstr>
      <vt:lpstr>Calibri</vt:lpstr>
      <vt:lpstr>Carlito</vt:lpstr>
      <vt:lpstr>Office Theme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Mónica I. Thyme Reyes</dc:creator>
  <cp:lastModifiedBy>Daniela Valentina Hernandez Pescador</cp:lastModifiedBy>
  <cp:revision>3</cp:revision>
  <dcterms:created xsi:type="dcterms:W3CDTF">2022-03-18T16:09:00Z</dcterms:created>
  <dcterms:modified xsi:type="dcterms:W3CDTF">2026-02-20T18:46:47Z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2021-09-10T00:00:00Z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2022-03-18T00:00:00Z</vt:filetime>
  </property>
</Properties>
</file>